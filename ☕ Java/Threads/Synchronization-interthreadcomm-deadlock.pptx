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2" r:id="rId5"/>
    <p:sldId id="259" r:id="rId6"/>
    <p:sldId id="260" r:id="rId7"/>
    <p:sldId id="261" r:id="rId8"/>
    <p:sldId id="262" r:id="rId9"/>
    <p:sldId id="263" r:id="rId10"/>
    <p:sldId id="265" r:id="rId11"/>
    <p:sldId id="271" r:id="rId12"/>
    <p:sldId id="264" r:id="rId13"/>
    <p:sldId id="270" r:id="rId14"/>
    <p:sldId id="273" r:id="rId15"/>
    <p:sldId id="266" r:id="rId16"/>
    <p:sldId id="267" r:id="rId17"/>
    <p:sldId id="268" r:id="rId18"/>
    <p:sldId id="269"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74AAF93-DA16-4445-9C3B-C9F3D6DAB8DA}" type="datetimeFigureOut">
              <a:rPr lang="en-US" smtClean="0"/>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40C8CB-9D03-4C73-A0E2-FC44DB7FD08F}" type="slidenum">
              <a:rPr lang="en-US" smtClean="0"/>
              <a:t>‹#›</a:t>
            </a:fld>
            <a:endParaRPr lang="en-US"/>
          </a:p>
        </p:txBody>
      </p:sp>
    </p:spTree>
    <p:extLst>
      <p:ext uri="{BB962C8B-B14F-4D97-AF65-F5344CB8AC3E}">
        <p14:creationId xmlns:p14="http://schemas.microsoft.com/office/powerpoint/2010/main" val="87891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4AAF93-DA16-4445-9C3B-C9F3D6DAB8DA}" type="datetimeFigureOut">
              <a:rPr lang="en-US" smtClean="0"/>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40C8CB-9D03-4C73-A0E2-FC44DB7FD08F}" type="slidenum">
              <a:rPr lang="en-US" smtClean="0"/>
              <a:t>‹#›</a:t>
            </a:fld>
            <a:endParaRPr lang="en-US"/>
          </a:p>
        </p:txBody>
      </p:sp>
    </p:spTree>
    <p:extLst>
      <p:ext uri="{BB962C8B-B14F-4D97-AF65-F5344CB8AC3E}">
        <p14:creationId xmlns:p14="http://schemas.microsoft.com/office/powerpoint/2010/main" val="1375146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74AAF93-DA16-4445-9C3B-C9F3D6DAB8DA}" type="datetimeFigureOut">
              <a:rPr lang="en-US" smtClean="0"/>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40C8CB-9D03-4C73-A0E2-FC44DB7FD08F}" type="slidenum">
              <a:rPr lang="en-US" smtClean="0"/>
              <a:t>‹#›</a:t>
            </a:fld>
            <a:endParaRPr lang="en-US"/>
          </a:p>
        </p:txBody>
      </p:sp>
    </p:spTree>
    <p:extLst>
      <p:ext uri="{BB962C8B-B14F-4D97-AF65-F5344CB8AC3E}">
        <p14:creationId xmlns:p14="http://schemas.microsoft.com/office/powerpoint/2010/main" val="3146759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74AAF93-DA16-4445-9C3B-C9F3D6DAB8DA}" type="datetimeFigureOut">
              <a:rPr lang="en-US" smtClean="0"/>
              <a:t>4/29/2024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40C8CB-9D03-4C73-A0E2-FC44DB7FD08F}" type="slidenum">
              <a:rPr lang="en-US" smtClean="0"/>
              <a:t>‹#›</a:t>
            </a:fld>
            <a:endParaRPr lang="en-US"/>
          </a:p>
        </p:txBody>
      </p:sp>
    </p:spTree>
    <p:extLst>
      <p:ext uri="{BB962C8B-B14F-4D97-AF65-F5344CB8AC3E}">
        <p14:creationId xmlns:p14="http://schemas.microsoft.com/office/powerpoint/2010/main" val="1740428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74AAF93-DA16-4445-9C3B-C9F3D6DAB8DA}" type="datetimeFigureOut">
              <a:rPr lang="en-US" smtClean="0"/>
              <a:t>4/29/2024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940C8CB-9D03-4C73-A0E2-FC44DB7FD08F}" type="slidenum">
              <a:rPr lang="en-US" smtClean="0"/>
              <a:t>‹#›</a:t>
            </a:fld>
            <a:endParaRPr lang="en-US"/>
          </a:p>
        </p:txBody>
      </p:sp>
    </p:spTree>
    <p:extLst>
      <p:ext uri="{BB962C8B-B14F-4D97-AF65-F5344CB8AC3E}">
        <p14:creationId xmlns:p14="http://schemas.microsoft.com/office/powerpoint/2010/main" val="782245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74AAF93-DA16-4445-9C3B-C9F3D6DAB8DA}" type="datetimeFigureOut">
              <a:rPr lang="en-US" smtClean="0"/>
              <a:t>4/29/2024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940C8CB-9D03-4C73-A0E2-FC44DB7FD08F}" type="slidenum">
              <a:rPr lang="en-US" smtClean="0"/>
              <a:t>‹#›</a:t>
            </a:fld>
            <a:endParaRPr lang="en-US"/>
          </a:p>
        </p:txBody>
      </p:sp>
    </p:spTree>
    <p:extLst>
      <p:ext uri="{BB962C8B-B14F-4D97-AF65-F5344CB8AC3E}">
        <p14:creationId xmlns:p14="http://schemas.microsoft.com/office/powerpoint/2010/main" val="2440005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4AAF93-DA16-4445-9C3B-C9F3D6DAB8DA}" type="datetimeFigureOut">
              <a:rPr lang="en-US" smtClean="0"/>
              <a:t>4/29/2024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940C8CB-9D03-4C73-A0E2-FC44DB7FD08F}" type="slidenum">
              <a:rPr lang="en-US" smtClean="0"/>
              <a:t>‹#›</a:t>
            </a:fld>
            <a:endParaRPr lang="en-US"/>
          </a:p>
        </p:txBody>
      </p:sp>
    </p:spTree>
    <p:extLst>
      <p:ext uri="{BB962C8B-B14F-4D97-AF65-F5344CB8AC3E}">
        <p14:creationId xmlns:p14="http://schemas.microsoft.com/office/powerpoint/2010/main" val="3297325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4AAF93-DA16-4445-9C3B-C9F3D6DAB8DA}" type="datetimeFigureOut">
              <a:rPr lang="en-US" smtClean="0"/>
              <a:t>4/29/2024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40C8CB-9D03-4C73-A0E2-FC44DB7FD08F}" type="slidenum">
              <a:rPr lang="en-US" smtClean="0"/>
              <a:t>‹#›</a:t>
            </a:fld>
            <a:endParaRPr lang="en-US"/>
          </a:p>
        </p:txBody>
      </p:sp>
    </p:spTree>
    <p:extLst>
      <p:ext uri="{BB962C8B-B14F-4D97-AF65-F5344CB8AC3E}">
        <p14:creationId xmlns:p14="http://schemas.microsoft.com/office/powerpoint/2010/main" val="1077673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4AAF93-DA16-4445-9C3B-C9F3D6DAB8DA}" type="datetimeFigureOut">
              <a:rPr lang="en-US" smtClean="0"/>
              <a:t>4/29/2024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40C8CB-9D03-4C73-A0E2-FC44DB7FD08F}" type="slidenum">
              <a:rPr lang="en-US" smtClean="0"/>
              <a:t>‹#›</a:t>
            </a:fld>
            <a:endParaRPr lang="en-US"/>
          </a:p>
        </p:txBody>
      </p:sp>
    </p:spTree>
    <p:extLst>
      <p:ext uri="{BB962C8B-B14F-4D97-AF65-F5344CB8AC3E}">
        <p14:creationId xmlns:p14="http://schemas.microsoft.com/office/powerpoint/2010/main" val="3574073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4AAF93-DA16-4445-9C3B-C9F3D6DAB8DA}" type="datetimeFigureOut">
              <a:rPr lang="en-US" smtClean="0"/>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40C8CB-9D03-4C73-A0E2-FC44DB7FD08F}" type="slidenum">
              <a:rPr lang="en-US" smtClean="0"/>
              <a:t>‹#›</a:t>
            </a:fld>
            <a:endParaRPr lang="en-US"/>
          </a:p>
        </p:txBody>
      </p:sp>
    </p:spTree>
    <p:extLst>
      <p:ext uri="{BB962C8B-B14F-4D97-AF65-F5344CB8AC3E}">
        <p14:creationId xmlns:p14="http://schemas.microsoft.com/office/powerpoint/2010/main" val="979169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4AAF93-DA16-4445-9C3B-C9F3D6DAB8DA}" type="datetimeFigureOut">
              <a:rPr lang="en-US" smtClean="0"/>
              <a:t>4/29/2024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40C8CB-9D03-4C73-A0E2-FC44DB7FD08F}" type="slidenum">
              <a:rPr lang="en-US" smtClean="0"/>
              <a:t>‹#›</a:t>
            </a:fld>
            <a:endParaRPr lang="en-US"/>
          </a:p>
        </p:txBody>
      </p:sp>
    </p:spTree>
    <p:extLst>
      <p:ext uri="{BB962C8B-B14F-4D97-AF65-F5344CB8AC3E}">
        <p14:creationId xmlns:p14="http://schemas.microsoft.com/office/powerpoint/2010/main" val="3173295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4AAF93-DA16-4445-9C3B-C9F3D6DAB8DA}" type="datetimeFigureOut">
              <a:rPr lang="en-US" smtClean="0"/>
              <a:t>4/29/2024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40C8CB-9D03-4C73-A0E2-FC44DB7FD08F}" type="slidenum">
              <a:rPr lang="en-US" smtClean="0"/>
              <a:t>‹#›</a:t>
            </a:fld>
            <a:endParaRPr lang="en-US"/>
          </a:p>
        </p:txBody>
      </p:sp>
    </p:spTree>
    <p:extLst>
      <p:ext uri="{BB962C8B-B14F-4D97-AF65-F5344CB8AC3E}">
        <p14:creationId xmlns:p14="http://schemas.microsoft.com/office/powerpoint/2010/main" val="26902339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Threads-III</a:t>
            </a:r>
            <a:br>
              <a:rPr lang="en-US" dirty="0" smtClean="0"/>
            </a:br>
            <a:r>
              <a:rPr lang="en-US" dirty="0" smtClean="0"/>
              <a:t>Synchronization in java </a:t>
            </a:r>
            <a:endParaRPr lang="en-US" dirty="0"/>
          </a:p>
        </p:txBody>
      </p:sp>
      <p:sp>
        <p:nvSpPr>
          <p:cNvPr id="3" name="Subtitle 2"/>
          <p:cNvSpPr>
            <a:spLocks noGrp="1"/>
          </p:cNvSpPr>
          <p:nvPr>
            <p:ph type="subTitle" idx="1"/>
          </p:nvPr>
        </p:nvSpPr>
        <p:spPr/>
        <p:txBody>
          <a:bodyPr/>
          <a:lstStyle/>
          <a:p>
            <a:r>
              <a:rPr lang="en-US" dirty="0" smtClean="0"/>
              <a:t>K Krishna </a:t>
            </a:r>
            <a:r>
              <a:rPr lang="en-US" dirty="0" err="1" smtClean="0"/>
              <a:t>Priya</a:t>
            </a:r>
            <a:endParaRPr lang="en-US" dirty="0"/>
          </a:p>
        </p:txBody>
      </p:sp>
    </p:spTree>
    <p:extLst>
      <p:ext uri="{BB962C8B-B14F-4D97-AF65-F5344CB8AC3E}">
        <p14:creationId xmlns:p14="http://schemas.microsoft.com/office/powerpoint/2010/main" val="18741214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Synchronization</a:t>
            </a:r>
            <a:endParaRPr lang="en-US" dirty="0"/>
          </a:p>
        </p:txBody>
      </p:sp>
      <p:sp>
        <p:nvSpPr>
          <p:cNvPr id="3" name="Content Placeholder 2"/>
          <p:cNvSpPr>
            <a:spLocks noGrp="1"/>
          </p:cNvSpPr>
          <p:nvPr>
            <p:ph idx="1"/>
          </p:nvPr>
        </p:nvSpPr>
        <p:spPr/>
        <p:txBody>
          <a:bodyPr/>
          <a:lstStyle/>
          <a:p>
            <a:r>
              <a:rPr lang="en-US" dirty="0" smtClean="0"/>
              <a:t>Synchronization in java is the capability to control the access of multiple threads to any shared resource.</a:t>
            </a:r>
          </a:p>
          <a:p>
            <a:r>
              <a:rPr lang="en-US" dirty="0" smtClean="0"/>
              <a:t> In the Multithreading concept, multiple threads try to access the shared resources at a time to produce inconsistent results. </a:t>
            </a:r>
          </a:p>
          <a:p>
            <a:r>
              <a:rPr lang="en-US" dirty="0" smtClean="0"/>
              <a:t>The synchronization is necessary for reliable communication between threads.</a:t>
            </a:r>
          </a:p>
          <a:p>
            <a:r>
              <a:rPr lang="en-US" b="1" dirty="0" smtClean="0"/>
              <a:t>Why we use Synchronization</a:t>
            </a:r>
          </a:p>
          <a:p>
            <a:r>
              <a:rPr lang="en-US" dirty="0" smtClean="0"/>
              <a:t>Synchronization helps in preventing thread interference.</a:t>
            </a:r>
          </a:p>
          <a:p>
            <a:r>
              <a:rPr lang="en-US" dirty="0" smtClean="0"/>
              <a:t>Synchronization helps to prevent concurrency problems.</a:t>
            </a:r>
          </a:p>
          <a:p>
            <a:endParaRPr lang="en-US" dirty="0"/>
          </a:p>
        </p:txBody>
      </p:sp>
    </p:spTree>
    <p:extLst>
      <p:ext uri="{BB962C8B-B14F-4D97-AF65-F5344CB8AC3E}">
        <p14:creationId xmlns:p14="http://schemas.microsoft.com/office/powerpoint/2010/main" val="2958527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Synchronization</a:t>
            </a:r>
            <a:br>
              <a:rPr lang="en-US" b="1" dirty="0" smtClean="0"/>
            </a:br>
            <a:endParaRPr lang="en-US" dirty="0"/>
          </a:p>
        </p:txBody>
      </p:sp>
      <p:sp>
        <p:nvSpPr>
          <p:cNvPr id="3" name="Content Placeholder 2"/>
          <p:cNvSpPr>
            <a:spLocks noGrp="1"/>
          </p:cNvSpPr>
          <p:nvPr>
            <p:ph idx="1"/>
          </p:nvPr>
        </p:nvSpPr>
        <p:spPr/>
        <p:txBody>
          <a:bodyPr/>
          <a:lstStyle/>
          <a:p>
            <a:r>
              <a:rPr lang="en-US" dirty="0" smtClean="0"/>
              <a:t>Synchronization is classified into two types</a:t>
            </a:r>
          </a:p>
          <a:p>
            <a:r>
              <a:rPr lang="en-US" dirty="0" smtClean="0"/>
              <a:t>Process Synchronization</a:t>
            </a:r>
          </a:p>
          <a:p>
            <a:r>
              <a:rPr lang="en-US" dirty="0" smtClean="0"/>
              <a:t>Thread Synchronization</a:t>
            </a:r>
          </a:p>
          <a:p>
            <a:r>
              <a:rPr lang="en-US" b="1" dirty="0" smtClean="0"/>
              <a:t>Process Synchronization:</a:t>
            </a:r>
          </a:p>
          <a:p>
            <a:r>
              <a:rPr lang="en-US" dirty="0" smtClean="0"/>
              <a:t>The process is nothing but a program under execution. It runs independently isolated from another process. The resources like memory and CPU time, etc. are allocated to the process by the operation System.</a:t>
            </a:r>
          </a:p>
          <a:p>
            <a:endParaRPr lang="en-US" dirty="0"/>
          </a:p>
        </p:txBody>
      </p:sp>
    </p:spTree>
    <p:extLst>
      <p:ext uri="{BB962C8B-B14F-4D97-AF65-F5344CB8AC3E}">
        <p14:creationId xmlns:p14="http://schemas.microsoft.com/office/powerpoint/2010/main" val="23461414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4149" y="199044"/>
            <a:ext cx="11191163" cy="6523113"/>
          </a:xfrm>
        </p:spPr>
      </p:pic>
    </p:spTree>
    <p:extLst>
      <p:ext uri="{BB962C8B-B14F-4D97-AF65-F5344CB8AC3E}">
        <p14:creationId xmlns:p14="http://schemas.microsoft.com/office/powerpoint/2010/main" val="3969040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Thread Synchronization:</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Thread synchronization is two types, they are:</a:t>
            </a:r>
          </a:p>
          <a:p>
            <a:r>
              <a:rPr lang="en-US" b="1" dirty="0" smtClean="0"/>
              <a:t>1.Mutual Exclusive:</a:t>
            </a:r>
            <a:endParaRPr lang="en-US" dirty="0" smtClean="0"/>
          </a:p>
          <a:p>
            <a:r>
              <a:rPr lang="en-US" dirty="0" smtClean="0"/>
              <a:t>A </a:t>
            </a:r>
            <a:r>
              <a:rPr lang="en-US" dirty="0" err="1" smtClean="0"/>
              <a:t>Mutex</a:t>
            </a:r>
            <a:r>
              <a:rPr lang="en-US" dirty="0" smtClean="0"/>
              <a:t> or Mutual Exclusive helps only one thread to access the shared resources. It won’t allow the accessing of shared resources at a time. It can be achieved in the following ways.</a:t>
            </a:r>
          </a:p>
          <a:p>
            <a:r>
              <a:rPr lang="en-US" dirty="0" smtClean="0"/>
              <a:t>Synchronized Method</a:t>
            </a:r>
          </a:p>
          <a:p>
            <a:r>
              <a:rPr lang="en-US" dirty="0" smtClean="0"/>
              <a:t>Synchronized block</a:t>
            </a:r>
          </a:p>
          <a:p>
            <a:r>
              <a:rPr lang="en-US" dirty="0" smtClean="0"/>
              <a:t>Static Synchronization</a:t>
            </a:r>
          </a:p>
          <a:p>
            <a:r>
              <a:rPr lang="en-US" b="1" dirty="0" smtClean="0"/>
              <a:t>2. Cooperation (Inter Thread Communication in java)</a:t>
            </a:r>
            <a:endParaRPr lang="en-US" dirty="0" smtClean="0"/>
          </a:p>
          <a:p>
            <a:endParaRPr lang="en-US" dirty="0"/>
          </a:p>
        </p:txBody>
      </p:sp>
    </p:spTree>
    <p:extLst>
      <p:ext uri="{BB962C8B-B14F-4D97-AF65-F5344CB8AC3E}">
        <p14:creationId xmlns:p14="http://schemas.microsoft.com/office/powerpoint/2010/main" val="5632045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Lock Concept in Java</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Synchronization Mechanism developed by using the synchronized keyword in java language. </a:t>
            </a:r>
          </a:p>
          <a:p>
            <a:r>
              <a:rPr lang="en-US" dirty="0" smtClean="0"/>
              <a:t>It is built on top of the locking mechanism, this locking mechanism is taken care of by Java Virtual Machine (JVM). </a:t>
            </a:r>
          </a:p>
          <a:p>
            <a:r>
              <a:rPr lang="en-US" dirty="0" smtClean="0"/>
              <a:t>The synchronized keyword is only applicable for methods and blocks, it can’t apply to classes and variables. </a:t>
            </a:r>
          </a:p>
          <a:p>
            <a:r>
              <a:rPr lang="en-US" dirty="0" smtClean="0"/>
              <a:t>Synchronized keyword in java creates a block of code is known as a critical section. </a:t>
            </a:r>
          </a:p>
          <a:p>
            <a:r>
              <a:rPr lang="en-US" dirty="0" smtClean="0"/>
              <a:t>To enter into the critical section thread needs to obtain the corresponding object’s lock.</a:t>
            </a:r>
            <a:endParaRPr lang="en-US" dirty="0"/>
          </a:p>
        </p:txBody>
      </p:sp>
    </p:spTree>
    <p:extLst>
      <p:ext uri="{BB962C8B-B14F-4D97-AF65-F5344CB8AC3E}">
        <p14:creationId xmlns:p14="http://schemas.microsoft.com/office/powerpoint/2010/main" val="798151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Java Synchronized Method</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If we use the Synchronized keywords in any method then that method is Synchronized Method. </a:t>
            </a:r>
          </a:p>
          <a:p>
            <a:r>
              <a:rPr lang="en-US" dirty="0" smtClean="0"/>
              <a:t>It is used to lock an object for any shared resources. </a:t>
            </a:r>
          </a:p>
          <a:p>
            <a:r>
              <a:rPr lang="en-US" dirty="0" smtClean="0"/>
              <a:t>The object gets the lock when the synchronized method is called. </a:t>
            </a:r>
          </a:p>
          <a:p>
            <a:r>
              <a:rPr lang="en-US" dirty="0" smtClean="0"/>
              <a:t>The lock won’t be released until the thread completes its function.</a:t>
            </a:r>
          </a:p>
          <a:p>
            <a:r>
              <a:rPr lang="en-US" b="1" dirty="0" smtClean="0"/>
              <a:t>Syntax:</a:t>
            </a:r>
            <a:endParaRPr lang="en-US" dirty="0" smtClean="0"/>
          </a:p>
          <a:p>
            <a:r>
              <a:rPr lang="en-US" dirty="0" err="1" smtClean="0"/>
              <a:t>Acess_modifiers</a:t>
            </a:r>
            <a:r>
              <a:rPr lang="en-US" dirty="0" smtClean="0"/>
              <a:t> synchronized </a:t>
            </a:r>
            <a:r>
              <a:rPr lang="en-US" dirty="0" err="1" smtClean="0"/>
              <a:t>return_type</a:t>
            </a:r>
            <a:r>
              <a:rPr lang="en-US" dirty="0" smtClean="0"/>
              <a:t> </a:t>
            </a:r>
            <a:r>
              <a:rPr lang="en-US" dirty="0" err="1" smtClean="0"/>
              <a:t>method_name</a:t>
            </a:r>
            <a:r>
              <a:rPr lang="en-US" dirty="0" smtClean="0"/>
              <a:t> (</a:t>
            </a:r>
            <a:r>
              <a:rPr lang="en-US" dirty="0" err="1" smtClean="0"/>
              <a:t>Method_Parameters</a:t>
            </a:r>
            <a:r>
              <a:rPr lang="en-US" dirty="0" smtClean="0"/>
              <a:t>) {</a:t>
            </a:r>
          </a:p>
          <a:p>
            <a:r>
              <a:rPr lang="en-US" dirty="0" smtClean="0"/>
              <a:t>// Code of the Method.</a:t>
            </a:r>
          </a:p>
          <a:p>
            <a:r>
              <a:rPr lang="en-US" dirty="0" smtClean="0"/>
              <a:t>}</a:t>
            </a:r>
          </a:p>
          <a:p>
            <a:endParaRPr lang="en-US" dirty="0"/>
          </a:p>
        </p:txBody>
      </p:sp>
    </p:spTree>
    <p:extLst>
      <p:ext uri="{BB962C8B-B14F-4D97-AF65-F5344CB8AC3E}">
        <p14:creationId xmlns:p14="http://schemas.microsoft.com/office/powerpoint/2010/main" val="18507295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r>
              <a:rPr lang="en-US" dirty="0" smtClean="0"/>
              <a:t>Here we used synchronized keywords. It helps to execute a single thread at a time. </a:t>
            </a:r>
          </a:p>
          <a:p>
            <a:r>
              <a:rPr lang="en-US" dirty="0" smtClean="0"/>
              <a:t>It is not allowing another thread to execute until the first one is completed, after completion of the first thread it allowed the second thread.</a:t>
            </a:r>
          </a:p>
          <a:p>
            <a:r>
              <a:rPr lang="en-US" dirty="0" smtClean="0"/>
              <a:t> Now we can see the output correctly the powers 5 and 8 from n</a:t>
            </a:r>
            <a:r>
              <a:rPr lang="en-US" baseline="30000" dirty="0" smtClean="0"/>
              <a:t>1</a:t>
            </a:r>
            <a:r>
              <a:rPr lang="en-US" dirty="0" smtClean="0"/>
              <a:t> to n</a:t>
            </a:r>
            <a:r>
              <a:rPr lang="en-US" baseline="30000" dirty="0" smtClean="0"/>
              <a:t>5</a:t>
            </a:r>
            <a:r>
              <a:rPr lang="en-US" dirty="0" smtClean="0"/>
              <a:t>. Thread-0 completed then only thread-1 begin.</a:t>
            </a:r>
            <a:endParaRPr lang="en-US" dirty="0"/>
          </a:p>
        </p:txBody>
      </p:sp>
    </p:spTree>
    <p:extLst>
      <p:ext uri="{BB962C8B-B14F-4D97-AF65-F5344CB8AC3E}">
        <p14:creationId xmlns:p14="http://schemas.microsoft.com/office/powerpoint/2010/main" val="9375903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Synchronized Block</a:t>
            </a:r>
            <a:br>
              <a:rPr lang="en-US" b="1" dirty="0" smtClean="0"/>
            </a:br>
            <a:endParaRPr lang="en-US" dirty="0"/>
          </a:p>
        </p:txBody>
      </p:sp>
      <p:sp>
        <p:nvSpPr>
          <p:cNvPr id="3" name="Content Placeholder 2"/>
          <p:cNvSpPr>
            <a:spLocks noGrp="1"/>
          </p:cNvSpPr>
          <p:nvPr>
            <p:ph idx="1"/>
          </p:nvPr>
        </p:nvSpPr>
        <p:spPr/>
        <p:txBody>
          <a:bodyPr/>
          <a:lstStyle/>
          <a:p>
            <a:r>
              <a:rPr lang="en-US" dirty="0" smtClean="0"/>
              <a:t>Suppose you don’t want to synchronize the entire method, you want to synchronize few lines of code in the method, then a synchronized block helps to synchronize those few lines of code. </a:t>
            </a:r>
          </a:p>
          <a:p>
            <a:r>
              <a:rPr lang="en-US" dirty="0" smtClean="0"/>
              <a:t>It will take the object as a parameter. It will work the same as Synchronized Method. </a:t>
            </a:r>
          </a:p>
          <a:p>
            <a:r>
              <a:rPr lang="en-US" dirty="0" smtClean="0"/>
              <a:t>In the case of synchronized method lock accessed is on the method but in the case of synchronized block lock accessed is on the object.</a:t>
            </a:r>
          </a:p>
          <a:p>
            <a:r>
              <a:rPr lang="en-US" b="1" dirty="0"/>
              <a:t>Note: </a:t>
            </a:r>
            <a:r>
              <a:rPr lang="en-US" dirty="0"/>
              <a:t>We can develop any number of synchronized blocks in a method.</a:t>
            </a:r>
          </a:p>
        </p:txBody>
      </p:sp>
    </p:spTree>
    <p:extLst>
      <p:ext uri="{BB962C8B-B14F-4D97-AF65-F5344CB8AC3E}">
        <p14:creationId xmlns:p14="http://schemas.microsoft.com/office/powerpoint/2010/main" val="5544296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Static Synchronization</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 java, every object has a single lock (monitor) associated with it. The thread which is entering into synchronized method or synchronized block will get that lock, all other threads which are remaining to use the shared resources have to wait for the completion of the first thread and release of the lock.</a:t>
            </a:r>
          </a:p>
          <a:p>
            <a:r>
              <a:rPr lang="en-US" dirty="0" smtClean="0"/>
              <a:t>Suppose in the case of where we have more than one object, in this case, two separate threads will acquire the locks and enter into a synchronized block or synchronized method with a separate lock for each object at the same time. To avoid this, we will use static synchronization.</a:t>
            </a:r>
          </a:p>
          <a:p>
            <a:r>
              <a:rPr lang="en-US" dirty="0" smtClean="0"/>
              <a:t>In this, we will place synchronized keywords before the static method. In static synchronization, lock access is on the class not on object and Method.</a:t>
            </a:r>
          </a:p>
          <a:p>
            <a:endParaRPr lang="en-US" dirty="0"/>
          </a:p>
        </p:txBody>
      </p:sp>
    </p:spTree>
    <p:extLst>
      <p:ext uri="{BB962C8B-B14F-4D97-AF65-F5344CB8AC3E}">
        <p14:creationId xmlns:p14="http://schemas.microsoft.com/office/powerpoint/2010/main" val="22497670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Static Synchronization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2890" y="1964364"/>
            <a:ext cx="6578219" cy="4265261"/>
          </a:xfrm>
        </p:spPr>
      </p:pic>
    </p:spTree>
    <p:extLst>
      <p:ext uri="{BB962C8B-B14F-4D97-AF65-F5344CB8AC3E}">
        <p14:creationId xmlns:p14="http://schemas.microsoft.com/office/powerpoint/2010/main" val="16536878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Syntax:</a:t>
            </a:r>
            <a:endParaRPr lang="en-US" dirty="0"/>
          </a:p>
        </p:txBody>
      </p:sp>
      <p:sp>
        <p:nvSpPr>
          <p:cNvPr id="3" name="Content Placeholder 2"/>
          <p:cNvSpPr>
            <a:spLocks noGrp="1"/>
          </p:cNvSpPr>
          <p:nvPr>
            <p:ph idx="1"/>
          </p:nvPr>
        </p:nvSpPr>
        <p:spPr>
          <a:xfrm>
            <a:off x="838200" y="1443487"/>
            <a:ext cx="10515600" cy="4351338"/>
          </a:xfrm>
        </p:spPr>
        <p:txBody>
          <a:bodyPr>
            <a:normAutofit/>
          </a:bodyPr>
          <a:lstStyle/>
          <a:p>
            <a:endParaRPr lang="en-US" dirty="0" smtClean="0"/>
          </a:p>
          <a:p>
            <a:r>
              <a:rPr lang="en-US" dirty="0" smtClean="0"/>
              <a:t>synchronized static </a:t>
            </a:r>
            <a:r>
              <a:rPr lang="en-US" dirty="0" err="1" smtClean="0"/>
              <a:t>return_type</a:t>
            </a:r>
            <a:r>
              <a:rPr lang="en-US" dirty="0" smtClean="0"/>
              <a:t> </a:t>
            </a:r>
            <a:r>
              <a:rPr lang="en-US" dirty="0" err="1" smtClean="0"/>
              <a:t>method_name</a:t>
            </a:r>
            <a:r>
              <a:rPr lang="en-US" dirty="0" smtClean="0"/>
              <a:t> (Parameters) {</a:t>
            </a:r>
          </a:p>
          <a:p>
            <a:r>
              <a:rPr lang="en-US" dirty="0" smtClean="0"/>
              <a:t>//code</a:t>
            </a:r>
          </a:p>
          <a:p>
            <a:r>
              <a:rPr lang="en-US" dirty="0" smtClean="0"/>
              <a:t>}</a:t>
            </a:r>
          </a:p>
          <a:p>
            <a:r>
              <a:rPr lang="en-US" b="1" dirty="0" smtClean="0"/>
              <a:t>Or </a:t>
            </a:r>
          </a:p>
          <a:p>
            <a:r>
              <a:rPr lang="en-US" dirty="0" smtClean="0"/>
              <a:t>synchronized static </a:t>
            </a:r>
            <a:r>
              <a:rPr lang="en-US" dirty="0" err="1" smtClean="0"/>
              <a:t>return_type</a:t>
            </a:r>
            <a:r>
              <a:rPr lang="en-US" dirty="0" smtClean="0"/>
              <a:t> </a:t>
            </a:r>
            <a:r>
              <a:rPr lang="en-US" dirty="0" err="1" smtClean="0"/>
              <a:t>method_name</a:t>
            </a:r>
            <a:r>
              <a:rPr lang="en-US" dirty="0" smtClean="0"/>
              <a:t> (</a:t>
            </a:r>
            <a:r>
              <a:rPr lang="en-US" dirty="0" err="1" smtClean="0"/>
              <a:t>Class_name.class</a:t>
            </a:r>
            <a:r>
              <a:rPr lang="en-US" dirty="0" smtClean="0"/>
              <a:t>) {</a:t>
            </a:r>
          </a:p>
          <a:p>
            <a:r>
              <a:rPr lang="en-US" dirty="0" smtClean="0"/>
              <a:t>//code</a:t>
            </a:r>
          </a:p>
          <a:p>
            <a:r>
              <a:rPr lang="en-US" dirty="0" smtClean="0"/>
              <a:t>}</a:t>
            </a:r>
            <a:endParaRPr lang="en-US" dirty="0"/>
          </a:p>
        </p:txBody>
      </p:sp>
    </p:spTree>
    <p:extLst>
      <p:ext uri="{BB962C8B-B14F-4D97-AF65-F5344CB8AC3E}">
        <p14:creationId xmlns:p14="http://schemas.microsoft.com/office/powerpoint/2010/main" val="3955455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Deadlock in Java</a:t>
            </a:r>
            <a:endParaRPr lang="en-US" dirty="0"/>
          </a:p>
        </p:txBody>
      </p:sp>
      <p:sp>
        <p:nvSpPr>
          <p:cNvPr id="3" name="Content Placeholder 2"/>
          <p:cNvSpPr>
            <a:spLocks noGrp="1"/>
          </p:cNvSpPr>
          <p:nvPr>
            <p:ph idx="1"/>
          </p:nvPr>
        </p:nvSpPr>
        <p:spPr/>
        <p:txBody>
          <a:bodyPr/>
          <a:lstStyle/>
          <a:p>
            <a:r>
              <a:rPr lang="en-US" dirty="0" smtClean="0"/>
              <a:t>Deadlock in Java is a part of multithreading.</a:t>
            </a:r>
          </a:p>
          <a:p>
            <a:r>
              <a:rPr lang="en-US" dirty="0" smtClean="0"/>
              <a:t> Deadlock can occur in a situation when a thread is waiting for an object lock, that is acquired by another thread and second thread is waiting for an object lock that is acquired by first thread. </a:t>
            </a:r>
          </a:p>
          <a:p>
            <a:r>
              <a:rPr lang="en-US" dirty="0" smtClean="0"/>
              <a:t>Since, both threads are waiting for each other to release the lock, the condition is called deadlock.</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4446" y="4380291"/>
            <a:ext cx="8122124" cy="2368953"/>
          </a:xfrm>
          <a:prstGeom prst="rect">
            <a:avLst/>
          </a:prstGeom>
        </p:spPr>
      </p:pic>
    </p:spTree>
    <p:extLst>
      <p:ext uri="{BB962C8B-B14F-4D97-AF65-F5344CB8AC3E}">
        <p14:creationId xmlns:p14="http://schemas.microsoft.com/office/powerpoint/2010/main" val="41020043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to Avoid Deadlock in Java?</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Deadlocks cannot be completely resolved. But we can avoid them by following basic rules mentioned below:</a:t>
            </a:r>
          </a:p>
          <a:p>
            <a:r>
              <a:rPr lang="en-US" b="1" dirty="0" smtClean="0"/>
              <a:t>Avoid Nested Locks</a:t>
            </a:r>
            <a:r>
              <a:rPr lang="en-US" dirty="0" smtClean="0"/>
              <a:t>: We must avoid giving locks to multiple threads, this is the main reason for a deadlock condition. It normally happens when you give locks to multiple threads.</a:t>
            </a:r>
          </a:p>
          <a:p>
            <a:r>
              <a:rPr lang="en-US" b="1" dirty="0" smtClean="0"/>
              <a:t>Avoid Unnecessary Locks</a:t>
            </a:r>
            <a:r>
              <a:rPr lang="en-US" dirty="0" smtClean="0"/>
              <a:t>: The locks should be given to the important threads. Giving locks to the unnecessary threads that cause the deadlock condition.</a:t>
            </a:r>
          </a:p>
          <a:p>
            <a:r>
              <a:rPr lang="en-US" b="1" dirty="0" smtClean="0"/>
              <a:t>Using Thread Join</a:t>
            </a:r>
            <a:r>
              <a:rPr lang="en-US" dirty="0" smtClean="0"/>
              <a:t>: A deadlock usually happens when one thread is waiting for the other to finish. In this case, we can use </a:t>
            </a:r>
            <a:r>
              <a:rPr lang="en-US" b="1" dirty="0" smtClean="0"/>
              <a:t>join</a:t>
            </a:r>
            <a:r>
              <a:rPr lang="en-US" dirty="0" smtClean="0"/>
              <a:t> with a maximum time that a thread will take.</a:t>
            </a:r>
          </a:p>
          <a:p>
            <a:endParaRPr lang="en-US" dirty="0"/>
          </a:p>
        </p:txBody>
      </p:sp>
    </p:spTree>
    <p:extLst>
      <p:ext uri="{BB962C8B-B14F-4D97-AF65-F5344CB8AC3E}">
        <p14:creationId xmlns:p14="http://schemas.microsoft.com/office/powerpoint/2010/main" val="6216459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Inter – Thread Communication</a:t>
            </a:r>
            <a:br>
              <a:rPr lang="en-US" b="1" dirty="0" smtClean="0"/>
            </a:br>
            <a:endParaRPr lang="en-US" dirty="0"/>
          </a:p>
        </p:txBody>
      </p:sp>
      <p:sp>
        <p:nvSpPr>
          <p:cNvPr id="3" name="Content Placeholder 2"/>
          <p:cNvSpPr>
            <a:spLocks noGrp="1"/>
          </p:cNvSpPr>
          <p:nvPr>
            <p:ph idx="1"/>
          </p:nvPr>
        </p:nvSpPr>
        <p:spPr/>
        <p:txBody>
          <a:bodyPr/>
          <a:lstStyle/>
          <a:p>
            <a:r>
              <a:rPr lang="en-US" dirty="0" smtClean="0"/>
              <a:t>Inter – Thread communication or cooperation is a communication of two or more threads with each other. It can be done by using the following methods.</a:t>
            </a:r>
          </a:p>
          <a:p>
            <a:r>
              <a:rPr lang="en-US" dirty="0" smtClean="0"/>
              <a:t>wait()</a:t>
            </a:r>
          </a:p>
          <a:p>
            <a:r>
              <a:rPr lang="en-US" dirty="0" smtClean="0"/>
              <a:t>notify()</a:t>
            </a:r>
          </a:p>
          <a:p>
            <a:r>
              <a:rPr lang="en-US" dirty="0" err="1" smtClean="0"/>
              <a:t>notifyAll</a:t>
            </a:r>
            <a:r>
              <a:rPr lang="en-US" dirty="0" smtClean="0"/>
              <a:t>()</a:t>
            </a:r>
          </a:p>
          <a:p>
            <a:endParaRPr lang="en-US" dirty="0"/>
          </a:p>
        </p:txBody>
      </p:sp>
    </p:spTree>
    <p:extLst>
      <p:ext uri="{BB962C8B-B14F-4D97-AF65-F5344CB8AC3E}">
        <p14:creationId xmlns:p14="http://schemas.microsoft.com/office/powerpoint/2010/main" val="2538376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Why we need Inter – Thread Communication?</a:t>
            </a:r>
            <a:endParaRPr lang="en-US" dirty="0"/>
          </a:p>
        </p:txBody>
      </p:sp>
      <p:sp>
        <p:nvSpPr>
          <p:cNvPr id="3" name="Content Placeholder 2"/>
          <p:cNvSpPr>
            <a:spLocks noGrp="1"/>
          </p:cNvSpPr>
          <p:nvPr>
            <p:ph idx="1"/>
          </p:nvPr>
        </p:nvSpPr>
        <p:spPr/>
        <p:txBody>
          <a:bodyPr/>
          <a:lstStyle/>
          <a:p>
            <a:r>
              <a:rPr lang="en-US" dirty="0" smtClean="0"/>
              <a:t>There is a situation on the thread that keeps on checking some conditions repeatedly, once that condition satisfies thread moves with the appropriate action. </a:t>
            </a:r>
          </a:p>
          <a:p>
            <a:r>
              <a:rPr lang="en-US" dirty="0" smtClean="0"/>
              <a:t>This situation is known as </a:t>
            </a:r>
            <a:r>
              <a:rPr lang="en-US" b="1" dirty="0" smtClean="0"/>
              <a:t>polling.</a:t>
            </a:r>
            <a:r>
              <a:rPr lang="en-US" dirty="0" smtClean="0"/>
              <a:t> This is a wastage of CPU time, to reduce the wastage of CPU time due to polling, java uses Inter – Thread Communication Mechanism.</a:t>
            </a:r>
          </a:p>
          <a:p>
            <a:r>
              <a:rPr lang="en-US" dirty="0" smtClean="0"/>
              <a:t>wait(), notify(), </a:t>
            </a:r>
            <a:r>
              <a:rPr lang="en-US" dirty="0" err="1" smtClean="0"/>
              <a:t>notifyAll</a:t>
            </a:r>
            <a:r>
              <a:rPr lang="en-US" dirty="0" smtClean="0"/>
              <a:t>() methods must be called within a synchronized method or block otherwise program will compile but when you run it, it will throw illegal monitor State Exception.</a:t>
            </a:r>
          </a:p>
          <a:p>
            <a:endParaRPr lang="en-US" dirty="0"/>
          </a:p>
        </p:txBody>
      </p:sp>
    </p:spTree>
    <p:extLst>
      <p:ext uri="{BB962C8B-B14F-4D97-AF65-F5344CB8AC3E}">
        <p14:creationId xmlns:p14="http://schemas.microsoft.com/office/powerpoint/2010/main" val="18292190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Wait() and notify() Method</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wait () Method</a:t>
            </a:r>
          </a:p>
          <a:p>
            <a:r>
              <a:rPr lang="en-US" dirty="0" smtClean="0"/>
              <a:t>It causes the current thread to place itself into the waiting stage until another thread invokes the notify() method or </a:t>
            </a:r>
            <a:r>
              <a:rPr lang="en-US" dirty="0" err="1" smtClean="0"/>
              <a:t>notifyAll</a:t>
            </a:r>
            <a:r>
              <a:rPr lang="en-US" dirty="0" smtClean="0"/>
              <a:t>() method for this object.</a:t>
            </a:r>
          </a:p>
          <a:p>
            <a:r>
              <a:rPr lang="en-US" dirty="0" smtClean="0"/>
              <a:t>notify () Method</a:t>
            </a:r>
          </a:p>
          <a:p>
            <a:r>
              <a:rPr lang="en-US" dirty="0" smtClean="0"/>
              <a:t>This method wakes up a single thread called wait () on the same object. If there is more than one thread that is waiting on this same object, then any one of them arbitrarily chosen to be awakened. Here awakened thread will not able to proceed until the current thread release lock. If any threads are trying to get the lock on this object then the awakened thread will also compete with them in the usual manner.</a:t>
            </a:r>
          </a:p>
          <a:p>
            <a:r>
              <a:rPr lang="en-US" b="1" dirty="0" smtClean="0"/>
              <a:t>Syntax:</a:t>
            </a:r>
            <a:endParaRPr lang="en-US" dirty="0" smtClean="0"/>
          </a:p>
          <a:p>
            <a:r>
              <a:rPr lang="en-US" dirty="0" smtClean="0"/>
              <a:t>public final void notify()</a:t>
            </a:r>
          </a:p>
          <a:p>
            <a:endParaRPr lang="en-US" dirty="0" smtClean="0"/>
          </a:p>
          <a:p>
            <a:endParaRPr lang="en-US" dirty="0"/>
          </a:p>
        </p:txBody>
      </p:sp>
    </p:spTree>
    <p:extLst>
      <p:ext uri="{BB962C8B-B14F-4D97-AF65-F5344CB8AC3E}">
        <p14:creationId xmlns:p14="http://schemas.microsoft.com/office/powerpoint/2010/main" val="1609512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notify All() Method</a:t>
            </a:r>
            <a:endParaRPr lang="en-US" dirty="0"/>
          </a:p>
        </p:txBody>
      </p:sp>
      <p:sp>
        <p:nvSpPr>
          <p:cNvPr id="3" name="Content Placeholder 2"/>
          <p:cNvSpPr>
            <a:spLocks noGrp="1"/>
          </p:cNvSpPr>
          <p:nvPr>
            <p:ph idx="1"/>
          </p:nvPr>
        </p:nvSpPr>
        <p:spPr/>
        <p:txBody>
          <a:bodyPr/>
          <a:lstStyle/>
          <a:p>
            <a:r>
              <a:rPr lang="en-US" dirty="0" smtClean="0"/>
              <a:t>Rather than a single thread, it will wake up all the threads waiting on this object monitor. The awakened thread will not able to proceed until the current thread releases the lock. Again, these awakened threads need to compete with all other threads which are trying to get the lock on this object.</a:t>
            </a:r>
          </a:p>
          <a:p>
            <a:r>
              <a:rPr lang="en-US" b="1" dirty="0" smtClean="0"/>
              <a:t>Syntax:</a:t>
            </a:r>
            <a:endParaRPr lang="en-US" dirty="0" smtClean="0"/>
          </a:p>
          <a:p>
            <a:r>
              <a:rPr lang="en-US" dirty="0" smtClean="0"/>
              <a:t>public final void </a:t>
            </a:r>
            <a:r>
              <a:rPr lang="en-US" dirty="0" err="1" smtClean="0"/>
              <a:t>notifyAll</a:t>
            </a:r>
            <a:r>
              <a:rPr lang="en-US" dirty="0" smtClean="0"/>
              <a:t>()</a:t>
            </a:r>
          </a:p>
          <a:p>
            <a:endParaRPr lang="en-US" dirty="0"/>
          </a:p>
        </p:txBody>
      </p:sp>
    </p:spTree>
    <p:extLst>
      <p:ext uri="{BB962C8B-B14F-4D97-AF65-F5344CB8AC3E}">
        <p14:creationId xmlns:p14="http://schemas.microsoft.com/office/powerpoint/2010/main" val="33651842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Producer-Consumer solution using threads in Java</a:t>
            </a:r>
            <a:br>
              <a:rPr lang="en-US" b="1" dirty="0"/>
            </a:br>
            <a:endParaRPr lang="en-US" dirty="0"/>
          </a:p>
        </p:txBody>
      </p:sp>
      <p:sp>
        <p:nvSpPr>
          <p:cNvPr id="3" name="Content Placeholder 2"/>
          <p:cNvSpPr>
            <a:spLocks noGrp="1"/>
          </p:cNvSpPr>
          <p:nvPr>
            <p:ph idx="1"/>
          </p:nvPr>
        </p:nvSpPr>
        <p:spPr/>
        <p:txBody>
          <a:bodyPr/>
          <a:lstStyle/>
          <a:p>
            <a:r>
              <a:rPr lang="en-US" dirty="0"/>
              <a:t>In computing, the producer-consumer problem (also known as the bounded-buffer problem) is a classic example of a multi-process synchronization problem. The problem describes two processes, the producer and the consumer, which share a common, fixed-size buffer used as a queue. </a:t>
            </a:r>
          </a:p>
          <a:p>
            <a:r>
              <a:rPr lang="en-US" dirty="0"/>
              <a:t>The producer’s job is to generate data, put it into the buffer, and start again.</a:t>
            </a:r>
          </a:p>
          <a:p>
            <a:r>
              <a:rPr lang="en-US" dirty="0"/>
              <a:t>At the same time, the consumer is consuming the data (i.e. removing it from the buffer), one piece at a time.</a:t>
            </a:r>
          </a:p>
          <a:p>
            <a:endParaRPr lang="en-US" dirty="0"/>
          </a:p>
        </p:txBody>
      </p:sp>
    </p:spTree>
    <p:extLst>
      <p:ext uri="{BB962C8B-B14F-4D97-AF65-F5344CB8AC3E}">
        <p14:creationId xmlns:p14="http://schemas.microsoft.com/office/powerpoint/2010/main" val="34881774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Problem</a:t>
            </a:r>
            <a:r>
              <a:rPr lang="en-US" dirty="0"/>
              <a:t> </a:t>
            </a:r>
            <a:br>
              <a:rPr lang="en-US" dirty="0"/>
            </a:br>
            <a:r>
              <a:rPr lang="en-US" dirty="0"/>
              <a:t>To make sure that the producer won’t try to add data into the buffer if it’s full and that the consumer won’t try to remove data from an empty buffer.</a:t>
            </a:r>
          </a:p>
          <a:p>
            <a:r>
              <a:rPr lang="en-US" b="1" dirty="0"/>
              <a:t>Solution </a:t>
            </a:r>
            <a:r>
              <a:rPr lang="en-US" dirty="0"/>
              <a:t/>
            </a:r>
            <a:br>
              <a:rPr lang="en-US" dirty="0"/>
            </a:br>
            <a:r>
              <a:rPr lang="en-US" dirty="0"/>
              <a:t>The producer is to either go to sleep or discard data if the buffer is full. The next time the consumer removes an item from the buffer, it notifies the producer, who starts to fill the buffer again. </a:t>
            </a:r>
            <a:endParaRPr lang="en-US" dirty="0" smtClean="0"/>
          </a:p>
          <a:p>
            <a:r>
              <a:rPr lang="en-US" dirty="0" smtClean="0"/>
              <a:t>In </a:t>
            </a:r>
            <a:r>
              <a:rPr lang="en-US" dirty="0"/>
              <a:t>the same way, the consumer can go to sleep if it finds the buffer to be empty. The next time the producer puts data into the buffer, it wakes up the sleeping consumer. </a:t>
            </a:r>
            <a:br>
              <a:rPr lang="en-US" dirty="0"/>
            </a:br>
            <a:r>
              <a:rPr lang="en-US" dirty="0"/>
              <a:t>An inadequate solution could result in a deadlock where both processes are waiting to be awakened.</a:t>
            </a:r>
          </a:p>
          <a:p>
            <a:endParaRPr lang="en-US" dirty="0"/>
          </a:p>
        </p:txBody>
      </p:sp>
    </p:spTree>
    <p:extLst>
      <p:ext uri="{BB962C8B-B14F-4D97-AF65-F5344CB8AC3E}">
        <p14:creationId xmlns:p14="http://schemas.microsoft.com/office/powerpoint/2010/main" val="11064791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both the methods, we use notify at the end of all statements. The reason is simple, once you have something in list, you can have the consumer thread consume it, or if you have consumed something, you can have the producer produce something.</a:t>
            </a:r>
          </a:p>
        </p:txBody>
      </p:sp>
    </p:spTree>
    <p:extLst>
      <p:ext uri="{BB962C8B-B14F-4D97-AF65-F5344CB8AC3E}">
        <p14:creationId xmlns:p14="http://schemas.microsoft.com/office/powerpoint/2010/main" val="24280051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TotalTime>
  <Words>1280</Words>
  <Application>Microsoft Office PowerPoint</Application>
  <PresentationFormat>Widescreen</PresentationFormat>
  <Paragraphs>99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Threads-III Synchronization in java </vt:lpstr>
      <vt:lpstr>Synchronization</vt:lpstr>
      <vt:lpstr>Types of Synchronization </vt:lpstr>
      <vt:lpstr>PowerPoint Presentation</vt:lpstr>
      <vt:lpstr>Thread Synchronization: </vt:lpstr>
      <vt:lpstr>Lock Concept in Java </vt:lpstr>
      <vt:lpstr>Java Synchronized Method </vt:lpstr>
      <vt:lpstr>Cont…</vt:lpstr>
      <vt:lpstr>Synchronized Block </vt:lpstr>
      <vt:lpstr>Static Synchronization </vt:lpstr>
      <vt:lpstr>Static Synchronization</vt:lpstr>
      <vt:lpstr>Syntax:</vt:lpstr>
      <vt:lpstr>Deadlock in Java</vt:lpstr>
      <vt:lpstr>How to Avoid Deadlock in Java?</vt:lpstr>
      <vt:lpstr>Inter – Thread Communication </vt:lpstr>
      <vt:lpstr>Why we need Inter – Thread Communication?</vt:lpstr>
      <vt:lpstr>Wait() and notify() Method</vt:lpstr>
      <vt:lpstr>notify All() Method</vt:lpstr>
      <vt:lpstr>Producer-Consumer solution using threads in Java </vt:lpstr>
      <vt:lpstr>Cont..</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Threads-III Synchronization in java </dc:title>
  <dc:creator>Windows User</dc:creator>
  <cp:lastModifiedBy>Windows User</cp:lastModifiedBy>
  <cp:revision>27</cp:revision>
  <dcterms:created xsi:type="dcterms:W3CDTF">2024-04-28T18:22:40Z</dcterms:created>
  <dcterms:modified xsi:type="dcterms:W3CDTF">2024-04-29T07:48:51Z</dcterms:modified>
</cp:coreProperties>
</file>